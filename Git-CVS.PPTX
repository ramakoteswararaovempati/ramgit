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8" r:id="rId10"/>
    <p:sldId id="272" r:id="rId11"/>
    <p:sldId id="274" r:id="rId12"/>
    <p:sldId id="265" r:id="rId13"/>
    <p:sldId id="266" r:id="rId14"/>
    <p:sldId id="269" r:id="rId15"/>
    <p:sldId id="270" r:id="rId16"/>
    <p:sldId id="267" r:id="rId17"/>
    <p:sldId id="273" r:id="rId18"/>
    <p:sldId id="275" r:id="rId19"/>
    <p:sldId id="277" r:id="rId20"/>
    <p:sldId id="271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28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79DCC-26EE-5543-8593-662ED67580A7}" type="datetimeFigureOut">
              <a:rPr lang="en-US" smtClean="0"/>
              <a:t>10/20/2017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3260D-B0D6-BB41-BFA0-27762A13F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32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10/20/2017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10/20/2017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tif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ortoisegit.org/" TargetMode="External"/><Relationship Id="rId2" Type="http://schemas.openxmlformats.org/officeDocument/2006/relationships/hyperlink" Target="https://www.sourcetreeapp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gitup.co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johndoe@example.com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ibgit2/libgit2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3" name="Picture 12"/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5" name="Picture 14"/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4976494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4"/>
          <a:stretch>
            <a:fillRect/>
          </a:stretch>
        </p:blipFill>
        <p:spPr>
          <a:xfrm>
            <a:off x="1657755" y="1410208"/>
            <a:ext cx="3858780" cy="3858780"/>
          </a:xfrm>
          <a:prstGeom prst="rect">
            <a:avLst/>
          </a:prstGeom>
        </p:spPr>
      </p:pic>
      <p:cxnSp>
        <p:nvCxnSpPr>
          <p:cNvPr id="20" name="Straight Connector 19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770" y="3522131"/>
            <a:ext cx="45206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53770" y="1041401"/>
            <a:ext cx="4538526" cy="23452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Git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79045" y="3657596"/>
            <a:ext cx="4513252" cy="19334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Pankaj Jha </a:t>
            </a:r>
          </a:p>
        </p:txBody>
      </p:sp>
    </p:spTree>
    <p:extLst>
      <p:ext uri="{BB962C8B-B14F-4D97-AF65-F5344CB8AC3E}">
        <p14:creationId xmlns:p14="http://schemas.microsoft.com/office/powerpoint/2010/main" val="3372556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Git</a:t>
            </a:r>
            <a:endParaRPr lang="en-US" dirty="0"/>
          </a:p>
          <a:p>
            <a:r>
              <a:rPr lang="en-US" dirty="0"/>
              <a:t>Difference between </a:t>
            </a:r>
            <a:r>
              <a:rPr lang="en-US" dirty="0" err="1"/>
              <a:t>Git</a:t>
            </a:r>
            <a:r>
              <a:rPr lang="en-US" dirty="0"/>
              <a:t> and CVS</a:t>
            </a:r>
          </a:p>
          <a:p>
            <a:r>
              <a:rPr lang="en-US" dirty="0"/>
              <a:t>Installations /  Setup</a:t>
            </a:r>
          </a:p>
          <a:p>
            <a:r>
              <a:rPr lang="en-US" dirty="0"/>
              <a:t>Commands</a:t>
            </a:r>
          </a:p>
        </p:txBody>
      </p:sp>
    </p:spTree>
    <p:extLst>
      <p:ext uri="{BB962C8B-B14F-4D97-AF65-F5344CB8AC3E}">
        <p14:creationId xmlns:p14="http://schemas.microsoft.com/office/powerpoint/2010/main" val="198529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435910" y="806163"/>
            <a:ext cx="6098041" cy="51946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rgbClr val="262626"/>
                </a:solidFill>
              </a:rPr>
              <a:t>Version Control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9141" y="2430471"/>
            <a:ext cx="2835464" cy="3552039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rgbClr val="262626"/>
                </a:solidFill>
              </a:rPr>
              <a:t>Version control</a:t>
            </a:r>
            <a:r>
              <a:rPr lang="en-US" sz="1800" dirty="0">
                <a:solidFill>
                  <a:srgbClr val="262626"/>
                </a:solidFill>
              </a:rPr>
              <a:t> is a </a:t>
            </a:r>
            <a:r>
              <a:rPr lang="en-US" sz="1800" b="1" dirty="0">
                <a:solidFill>
                  <a:srgbClr val="262626"/>
                </a:solidFill>
              </a:rPr>
              <a:t>system</a:t>
            </a:r>
            <a:r>
              <a:rPr lang="en-US" sz="1800" dirty="0">
                <a:solidFill>
                  <a:srgbClr val="262626"/>
                </a:solidFill>
              </a:rPr>
              <a:t> that</a:t>
            </a:r>
          </a:p>
          <a:p>
            <a:r>
              <a:rPr lang="en-US" sz="1800" dirty="0">
                <a:solidFill>
                  <a:srgbClr val="262626"/>
                </a:solidFill>
              </a:rPr>
              <a:t> </a:t>
            </a:r>
            <a:r>
              <a:rPr lang="en-US" sz="1800" b="1" dirty="0">
                <a:solidFill>
                  <a:srgbClr val="262626"/>
                </a:solidFill>
              </a:rPr>
              <a:t>records</a:t>
            </a:r>
            <a:r>
              <a:rPr lang="en-US" sz="1800" dirty="0">
                <a:solidFill>
                  <a:srgbClr val="262626"/>
                </a:solidFill>
              </a:rPr>
              <a:t> changes to a file or set of files over time so that </a:t>
            </a:r>
          </a:p>
          <a:p>
            <a:r>
              <a:rPr lang="en-US" sz="1800" dirty="0">
                <a:solidFill>
                  <a:srgbClr val="262626"/>
                </a:solidFill>
              </a:rPr>
              <a:t>you can </a:t>
            </a:r>
            <a:r>
              <a:rPr lang="en-US" sz="1800" b="1" dirty="0">
                <a:solidFill>
                  <a:srgbClr val="262626"/>
                </a:solidFill>
              </a:rPr>
              <a:t>recall</a:t>
            </a:r>
            <a:r>
              <a:rPr lang="en-US" sz="1800" dirty="0">
                <a:solidFill>
                  <a:srgbClr val="262626"/>
                </a:solidFill>
              </a:rPr>
              <a:t> specific </a:t>
            </a:r>
            <a:r>
              <a:rPr lang="en-US" sz="1800" b="1" dirty="0">
                <a:solidFill>
                  <a:srgbClr val="262626"/>
                </a:solidFill>
              </a:rPr>
              <a:t>versions</a:t>
            </a:r>
            <a:r>
              <a:rPr lang="en-US" sz="1800" dirty="0">
                <a:solidFill>
                  <a:srgbClr val="262626"/>
                </a:solidFill>
              </a:rPr>
              <a:t> later</a:t>
            </a:r>
          </a:p>
        </p:txBody>
      </p:sp>
    </p:spTree>
    <p:extLst>
      <p:ext uri="{BB962C8B-B14F-4D97-AF65-F5344CB8AC3E}">
        <p14:creationId xmlns:p14="http://schemas.microsoft.com/office/powerpoint/2010/main" val="826340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4082" y="469900"/>
            <a:ext cx="658298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8325" y="635508"/>
            <a:ext cx="6254496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35508"/>
            <a:ext cx="3354470" cy="5586984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Types of Version Control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7804" y="954756"/>
            <a:ext cx="5613283" cy="4853888"/>
          </a:xfrm>
        </p:spPr>
        <p:txBody>
          <a:bodyPr anchor="ctr">
            <a:normAutofit/>
          </a:bodyPr>
          <a:lstStyle/>
          <a:p>
            <a:r>
              <a:rPr lang="en-US" sz="2200">
                <a:solidFill>
                  <a:schemeClr val="bg1"/>
                </a:solidFill>
              </a:rPr>
              <a:t>Central Version Control </a:t>
            </a:r>
          </a:p>
          <a:p>
            <a:r>
              <a:rPr lang="en-US" sz="2200">
                <a:solidFill>
                  <a:schemeClr val="bg1"/>
                </a:solidFill>
              </a:rPr>
              <a:t>Distributed Version Control</a:t>
            </a:r>
          </a:p>
          <a:p>
            <a:endParaRPr lang="en-US" sz="2200">
              <a:solidFill>
                <a:schemeClr val="bg1"/>
              </a:solidFill>
            </a:endParaRPr>
          </a:p>
          <a:p>
            <a:endParaRPr lang="en-US" sz="2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698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VCS</a:t>
            </a:r>
          </a:p>
        </p:txBody>
      </p:sp>
      <p:pic>
        <p:nvPicPr>
          <p:cNvPr id="1026" name="Picture 2" descr="mage result for version control syste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617" y="2557463"/>
            <a:ext cx="4773920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mage result for version control system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485778" y="2557463"/>
            <a:ext cx="4656355" cy="34412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1305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609599"/>
            <a:ext cx="9601196" cy="1303867"/>
          </a:xfrm>
        </p:spPr>
        <p:txBody>
          <a:bodyPr/>
          <a:lstStyle/>
          <a:p>
            <a:r>
              <a:rPr lang="en-US" dirty="0"/>
              <a:t>Distributed</a:t>
            </a:r>
          </a:p>
        </p:txBody>
      </p:sp>
      <p:pic>
        <p:nvPicPr>
          <p:cNvPr id="4" name="Content Placeholder 3" descr="mage result for version control system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437" y="2552171"/>
            <a:ext cx="3971925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elated image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2" y="2552170"/>
            <a:ext cx="3411069" cy="3632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950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 Control system</a:t>
            </a:r>
          </a:p>
          <a:p>
            <a:pPr lvl="1"/>
            <a:r>
              <a:rPr lang="en-US" b="1" dirty="0"/>
              <a:t>Distributed </a:t>
            </a:r>
          </a:p>
          <a:p>
            <a:r>
              <a:rPr lang="en-US" dirty="0"/>
              <a:t>Free and </a:t>
            </a:r>
            <a:r>
              <a:rPr lang="en-US" b="1" dirty="0"/>
              <a:t>Open source</a:t>
            </a:r>
          </a:p>
          <a:p>
            <a:r>
              <a:rPr lang="en-US" dirty="0"/>
              <a:t>Handle Projects of any size</a:t>
            </a:r>
          </a:p>
          <a:p>
            <a:r>
              <a:rPr lang="en-US" dirty="0"/>
              <a:t>Speed and Efficient</a:t>
            </a:r>
          </a:p>
          <a:p>
            <a:r>
              <a:rPr lang="en-US" b="1" dirty="0"/>
              <a:t>Branching and Merging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574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Windows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git-scm.com</a:t>
            </a:r>
            <a:r>
              <a:rPr lang="en-US" dirty="0"/>
              <a:t>/download/win</a:t>
            </a:r>
          </a:p>
          <a:p>
            <a:r>
              <a:rPr lang="en-US" dirty="0"/>
              <a:t>Mac</a:t>
            </a:r>
          </a:p>
          <a:p>
            <a:pPr marL="742950" lvl="2"/>
            <a:r>
              <a:rPr lang="en-US" dirty="0"/>
              <a:t>https://</a:t>
            </a:r>
            <a:r>
              <a:rPr lang="en-US" dirty="0" err="1"/>
              <a:t>git-scm.com</a:t>
            </a:r>
            <a:r>
              <a:rPr lang="en-US" dirty="0"/>
              <a:t>/download/mac</a:t>
            </a:r>
          </a:p>
          <a:p>
            <a:r>
              <a:rPr lang="en-US" dirty="0"/>
              <a:t>Linux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git-scm.com</a:t>
            </a:r>
            <a:r>
              <a:rPr lang="en-US" dirty="0"/>
              <a:t>/download/</a:t>
            </a:r>
            <a:r>
              <a:rPr lang="en-US" dirty="0" err="1"/>
              <a:t>linux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035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</a:t>
            </a:r>
            <a:r>
              <a:rPr lang="en-US" dirty="0" err="1"/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Windows</a:t>
            </a:r>
          </a:p>
          <a:p>
            <a:pPr lvl="1"/>
            <a:r>
              <a:rPr lang="en-US" dirty="0"/>
              <a:t>#1:</a:t>
            </a:r>
          </a:p>
          <a:p>
            <a:pPr lvl="2"/>
            <a:r>
              <a:rPr lang="en-US" dirty="0"/>
              <a:t>Command prompt </a:t>
            </a:r>
            <a:r>
              <a:rPr lang="mr-IN" dirty="0"/>
              <a:t>–</a:t>
            </a:r>
            <a:r>
              <a:rPr lang="en-US" dirty="0"/>
              <a:t> Win +R </a:t>
            </a:r>
          </a:p>
          <a:p>
            <a:pPr lvl="2"/>
            <a:r>
              <a:rPr lang="en-US" dirty="0" err="1"/>
              <a:t>Cmd</a:t>
            </a:r>
            <a:endParaRPr lang="en-US" dirty="0"/>
          </a:p>
          <a:p>
            <a:pPr lvl="1"/>
            <a:r>
              <a:rPr lang="en-US" dirty="0"/>
              <a:t>#2</a:t>
            </a:r>
          </a:p>
          <a:p>
            <a:pPr lvl="2"/>
            <a:r>
              <a:rPr lang="en-US" dirty="0" err="1"/>
              <a:t>Git</a:t>
            </a:r>
            <a:r>
              <a:rPr lang="en-US" dirty="0"/>
              <a:t> bash</a:t>
            </a:r>
          </a:p>
          <a:p>
            <a:r>
              <a:rPr lang="en-US" dirty="0"/>
              <a:t>Mac</a:t>
            </a:r>
          </a:p>
          <a:p>
            <a:pPr lvl="1"/>
            <a:r>
              <a:rPr lang="en-US" dirty="0"/>
              <a:t>Open Terminal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0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GUI Clients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hlinkClick r:id="rId2"/>
              </a:rPr>
              <a:t>SourceTree</a:t>
            </a:r>
            <a:endParaRPr lang="en-US" b="1" dirty="0"/>
          </a:p>
          <a:p>
            <a:r>
              <a:rPr lang="en-US" b="1" dirty="0">
                <a:hlinkClick r:id="rId3"/>
              </a:rPr>
              <a:t>TortoiseGit</a:t>
            </a:r>
            <a:endParaRPr lang="en-US" b="1" dirty="0"/>
          </a:p>
          <a:p>
            <a:r>
              <a:rPr lang="en-US" b="1" dirty="0">
                <a:hlinkClick r:id="rId3"/>
              </a:rPr>
              <a:t>TortoiseGit</a:t>
            </a:r>
            <a:endParaRPr lang="en-US" b="1" dirty="0"/>
          </a:p>
          <a:p>
            <a:r>
              <a:rPr lang="en-US" b="1" dirty="0">
                <a:hlinkClick r:id="rId4"/>
              </a:rPr>
              <a:t>GitUp</a:t>
            </a:r>
            <a:r>
              <a:rPr lang="en-US" b="1" dirty="0"/>
              <a:t> - mac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580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GitHub </a:t>
            </a:r>
            <a:r>
              <a:rPr lang="en-US" dirty="0" err="1"/>
              <a:t>acccount</a:t>
            </a:r>
            <a:endParaRPr lang="en-US" dirty="0"/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gitlab.com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106007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3" name="Picture 12"/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5" name="Picture 14"/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18" name="Straight Connector 17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4412" y="2400639"/>
            <a:ext cx="48021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4517009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2" y="982132"/>
            <a:ext cx="4802185" cy="13038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262626"/>
                </a:solidFill>
              </a:rPr>
              <a:t>First-Time </a:t>
            </a:r>
            <a:r>
              <a:rPr lang="en-US" b="1" dirty="0" err="1">
                <a:solidFill>
                  <a:srgbClr val="262626"/>
                </a:solidFill>
              </a:rPr>
              <a:t>Git</a:t>
            </a:r>
            <a:r>
              <a:rPr lang="en-US" b="1" dirty="0">
                <a:solidFill>
                  <a:srgbClr val="262626"/>
                </a:solidFill>
              </a:rPr>
              <a:t>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4412" y="2556932"/>
            <a:ext cx="4802184" cy="33189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62626"/>
                </a:solidFill>
              </a:rPr>
              <a:t>Only once on any given computer</a:t>
            </a:r>
          </a:p>
          <a:p>
            <a:r>
              <a:rPr lang="en-US" dirty="0">
                <a:solidFill>
                  <a:srgbClr val="262626"/>
                </a:solidFill>
              </a:rPr>
              <a:t>Change them at any time</a:t>
            </a:r>
          </a:p>
          <a:p>
            <a:pPr lvl="1"/>
            <a:r>
              <a:rPr lang="en-US" b="1" dirty="0">
                <a:solidFill>
                  <a:srgbClr val="262626"/>
                </a:solidFill>
              </a:rPr>
              <a:t>Your Identity</a:t>
            </a:r>
          </a:p>
          <a:p>
            <a:pPr lvl="1"/>
            <a:r>
              <a:rPr lang="en-US" b="1" dirty="0">
                <a:solidFill>
                  <a:srgbClr val="262626"/>
                </a:solidFill>
              </a:rPr>
              <a:t>Your Editor (Optional)</a:t>
            </a:r>
          </a:p>
          <a:p>
            <a:pPr lvl="1"/>
            <a:endParaRPr lang="en-US" dirty="0">
              <a:solidFill>
                <a:srgbClr val="262626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2516" y="1264733"/>
            <a:ext cx="38971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3200" b="1" dirty="0">
                <a:solidFill>
                  <a:srgbClr val="262626"/>
                </a:solidFill>
              </a:rPr>
              <a:t>$ </a:t>
            </a:r>
            <a:r>
              <a:rPr lang="en-US" sz="3200" b="1" dirty="0" err="1">
                <a:solidFill>
                  <a:srgbClr val="262626"/>
                </a:solidFill>
              </a:rPr>
              <a:t>git</a:t>
            </a:r>
            <a:r>
              <a:rPr lang="en-US" sz="3200" b="1" dirty="0">
                <a:solidFill>
                  <a:srgbClr val="262626"/>
                </a:solidFill>
              </a:rPr>
              <a:t> </a:t>
            </a:r>
            <a:r>
              <a:rPr lang="en-US" sz="3200" b="1" dirty="0" err="1">
                <a:solidFill>
                  <a:srgbClr val="262626"/>
                </a:solidFill>
              </a:rPr>
              <a:t>config</a:t>
            </a:r>
            <a:endParaRPr lang="en-US" sz="3200" b="1" dirty="0">
              <a:solidFill>
                <a:srgbClr val="262626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46135" y="2555146"/>
            <a:ext cx="416406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$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config</a:t>
            </a:r>
            <a:r>
              <a:rPr lang="en-US" dirty="0"/>
              <a:t> --global </a:t>
            </a:r>
            <a:r>
              <a:rPr lang="en-US" dirty="0" err="1"/>
              <a:t>user.name</a:t>
            </a:r>
            <a:r>
              <a:rPr lang="en-US" dirty="0"/>
              <a:t> "John Doe”</a:t>
            </a:r>
          </a:p>
          <a:p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$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config</a:t>
            </a:r>
            <a:r>
              <a:rPr lang="en-US" dirty="0"/>
              <a:t> --global </a:t>
            </a:r>
            <a:r>
              <a:rPr lang="en-US" dirty="0" err="1"/>
              <a:t>user.email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johndoe@example.com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$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config</a:t>
            </a:r>
            <a:r>
              <a:rPr lang="en-US" dirty="0"/>
              <a:t> --list</a:t>
            </a:r>
          </a:p>
        </p:txBody>
      </p:sp>
    </p:spTree>
    <p:extLst>
      <p:ext uri="{BB962C8B-B14F-4D97-AF65-F5344CB8AC3E}">
        <p14:creationId xmlns:p14="http://schemas.microsoft.com/office/powerpoint/2010/main" val="2313687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Editor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Windows</a:t>
            </a:r>
          </a:p>
          <a:p>
            <a:pPr lvl="1"/>
            <a:r>
              <a:rPr lang="en-US" dirty="0"/>
              <a:t>$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config</a:t>
            </a:r>
            <a:r>
              <a:rPr lang="en-US" dirty="0"/>
              <a:t> --global </a:t>
            </a:r>
            <a:r>
              <a:rPr lang="en-US" dirty="0" err="1"/>
              <a:t>core.editor</a:t>
            </a:r>
            <a:r>
              <a:rPr lang="en-US" dirty="0"/>
              <a:t> "'C:/Program Files/Notepad++/notepad++.exe' -</a:t>
            </a:r>
            <a:r>
              <a:rPr lang="en-US" dirty="0" err="1"/>
              <a:t>multiInst</a:t>
            </a:r>
            <a:r>
              <a:rPr lang="en-US" dirty="0"/>
              <a:t> -</a:t>
            </a:r>
            <a:r>
              <a:rPr lang="en-US" dirty="0" err="1"/>
              <a:t>nosession</a:t>
            </a:r>
            <a:r>
              <a:rPr lang="en-US" dirty="0"/>
              <a:t>" </a:t>
            </a:r>
          </a:p>
          <a:p>
            <a:r>
              <a:rPr lang="en-US" dirty="0"/>
              <a:t>On Mac</a:t>
            </a:r>
          </a:p>
          <a:p>
            <a:pPr lvl="1"/>
            <a:r>
              <a:rPr lang="en-US" dirty="0"/>
              <a:t>$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config</a:t>
            </a:r>
            <a:r>
              <a:rPr lang="en-US" dirty="0"/>
              <a:t> --global </a:t>
            </a:r>
            <a:r>
              <a:rPr lang="en-US" dirty="0" err="1"/>
              <a:t>core.editor</a:t>
            </a:r>
            <a:r>
              <a:rPr lang="en-US" dirty="0"/>
              <a:t> </a:t>
            </a:r>
            <a:r>
              <a:rPr lang="en-US" dirty="0" err="1"/>
              <a:t>emacs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649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 </a:t>
            </a:r>
            <a:r>
              <a:rPr lang="en-US" dirty="0" err="1"/>
              <a:t>git</a:t>
            </a:r>
            <a:r>
              <a:rPr lang="en-US" dirty="0"/>
              <a:t> help &lt;verb&gt;</a:t>
            </a:r>
          </a:p>
          <a:p>
            <a:r>
              <a:rPr lang="en-US" dirty="0"/>
              <a:t> $ </a:t>
            </a:r>
            <a:r>
              <a:rPr lang="en-US" dirty="0" err="1"/>
              <a:t>git</a:t>
            </a:r>
            <a:r>
              <a:rPr lang="en-US" dirty="0"/>
              <a:t> &lt;verb&gt; --help</a:t>
            </a:r>
          </a:p>
          <a:p>
            <a:r>
              <a:rPr lang="en-US" dirty="0"/>
              <a:t> $ man </a:t>
            </a:r>
            <a:r>
              <a:rPr lang="en-US" dirty="0" err="1"/>
              <a:t>git</a:t>
            </a:r>
            <a:r>
              <a:rPr lang="en-US" dirty="0"/>
              <a:t>-&lt;verb&gt;</a:t>
            </a:r>
          </a:p>
        </p:txBody>
      </p:sp>
    </p:spTree>
    <p:extLst>
      <p:ext uri="{BB962C8B-B14F-4D97-AF65-F5344CB8AC3E}">
        <p14:creationId xmlns:p14="http://schemas.microsoft.com/office/powerpoint/2010/main" val="2024278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init</a:t>
            </a:r>
            <a:r>
              <a:rPr lang="en-US" dirty="0"/>
              <a:t> </a:t>
            </a:r>
          </a:p>
          <a:p>
            <a:r>
              <a:rPr lang="en-US" b="1" dirty="0"/>
              <a:t>Cloning an Existing Repository</a:t>
            </a:r>
          </a:p>
          <a:p>
            <a:pPr lvl="1"/>
            <a:r>
              <a:rPr lang="en-US" dirty="0"/>
              <a:t>$ </a:t>
            </a:r>
            <a:r>
              <a:rPr lang="en-US" dirty="0" err="1"/>
              <a:t>git</a:t>
            </a:r>
            <a:r>
              <a:rPr lang="en-US" dirty="0"/>
              <a:t> clone </a:t>
            </a:r>
            <a:r>
              <a:rPr lang="en-US" dirty="0">
                <a:hlinkClick r:id="rId2"/>
              </a:rPr>
              <a:t>https://github.com/libgit2/libgit2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Sample </a:t>
            </a:r>
            <a:r>
              <a:rPr lang="en-US" dirty="0" err="1"/>
              <a:t>Git</a:t>
            </a:r>
            <a:r>
              <a:rPr lang="en-US" dirty="0"/>
              <a:t> link 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gitlab.com</a:t>
            </a:r>
            <a:r>
              <a:rPr lang="en-US" dirty="0"/>
              <a:t>/</a:t>
            </a:r>
            <a:r>
              <a:rPr lang="en-US" dirty="0" err="1"/>
              <a:t>gchkumar</a:t>
            </a:r>
            <a:r>
              <a:rPr lang="en-US" dirty="0"/>
              <a:t>/</a:t>
            </a:r>
            <a:r>
              <a:rPr lang="en-US" dirty="0" err="1"/>
              <a:t>gitdemo.git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809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 changes</a:t>
            </a:r>
          </a:p>
        </p:txBody>
      </p:sp>
      <p:pic>
        <p:nvPicPr>
          <p:cNvPr id="3074" name="Picture 2" descr="he lifecycle of the status of your files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333" y="2557463"/>
            <a:ext cx="8043333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8981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Add, Commit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</a:t>
            </a:r>
            <a:r>
              <a:rPr lang="en-US" dirty="0" err="1"/>
              <a:t>git</a:t>
            </a:r>
            <a:r>
              <a:rPr lang="en-US" dirty="0"/>
              <a:t> add .</a:t>
            </a:r>
          </a:p>
          <a:p>
            <a:endParaRPr lang="en-US" dirty="0"/>
          </a:p>
          <a:p>
            <a:r>
              <a:rPr lang="en-US" dirty="0"/>
              <a:t>$</a:t>
            </a:r>
            <a:r>
              <a:rPr lang="en-US" dirty="0" err="1"/>
              <a:t>git</a:t>
            </a:r>
            <a:r>
              <a:rPr lang="en-US" dirty="0"/>
              <a:t> commit </a:t>
            </a:r>
            <a:r>
              <a:rPr lang="mr-IN" dirty="0"/>
              <a:t>–</a:t>
            </a:r>
            <a:r>
              <a:rPr lang="en-US" dirty="0"/>
              <a:t>m “Comments”</a:t>
            </a:r>
          </a:p>
        </p:txBody>
      </p:sp>
    </p:spTree>
    <p:extLst>
      <p:ext uri="{BB962C8B-B14F-4D97-AF65-F5344CB8AC3E}">
        <p14:creationId xmlns:p14="http://schemas.microsoft.com/office/powerpoint/2010/main" val="937740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702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and Merge</a:t>
            </a:r>
          </a:p>
        </p:txBody>
      </p:sp>
      <p:pic>
        <p:nvPicPr>
          <p:cNvPr id="1026" name="Picture 2" descr="elated imag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974" y="2557463"/>
            <a:ext cx="4952052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551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</a:t>
            </a:r>
            <a:r>
              <a:rPr lang="en-US" dirty="0" err="1"/>
              <a:t>git</a:t>
            </a:r>
            <a:r>
              <a:rPr lang="en-US" dirty="0"/>
              <a:t> branches</a:t>
            </a:r>
          </a:p>
          <a:p>
            <a:r>
              <a:rPr lang="en-US" dirty="0"/>
              <a:t>$</a:t>
            </a:r>
            <a:r>
              <a:rPr lang="en-US" dirty="0" err="1"/>
              <a:t>git</a:t>
            </a:r>
            <a:r>
              <a:rPr lang="en-US" dirty="0"/>
              <a:t> branch ‘feature’</a:t>
            </a:r>
          </a:p>
          <a:p>
            <a:r>
              <a:rPr lang="en-US" dirty="0"/>
              <a:t>$</a:t>
            </a:r>
            <a:r>
              <a:rPr lang="en-US" dirty="0" err="1"/>
              <a:t>git</a:t>
            </a:r>
            <a:r>
              <a:rPr lang="en-US" dirty="0"/>
              <a:t> checkout feature</a:t>
            </a:r>
          </a:p>
          <a:p>
            <a:endParaRPr lang="en-US" dirty="0"/>
          </a:p>
          <a:p>
            <a:r>
              <a:rPr lang="en-US" dirty="0"/>
              <a:t>After the changes commit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338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 </a:t>
            </a:r>
            <a:r>
              <a:rPr lang="en-US" dirty="0" err="1"/>
              <a:t>git</a:t>
            </a:r>
            <a:r>
              <a:rPr lang="en-US" dirty="0"/>
              <a:t> merge feature</a:t>
            </a:r>
          </a:p>
        </p:txBody>
      </p:sp>
    </p:spTree>
    <p:extLst>
      <p:ext uri="{BB962C8B-B14F-4D97-AF65-F5344CB8AC3E}">
        <p14:creationId xmlns:p14="http://schemas.microsoft.com/office/powerpoint/2010/main" val="1363805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511</TotalTime>
  <Words>345</Words>
  <Application>Microsoft Office PowerPoint</Application>
  <PresentationFormat>Widescreen</PresentationFormat>
  <Paragraphs>91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Garamond</vt:lpstr>
      <vt:lpstr>Mangal</vt:lpstr>
      <vt:lpstr>Organic</vt:lpstr>
      <vt:lpstr>Git </vt:lpstr>
      <vt:lpstr>Contents</vt:lpstr>
      <vt:lpstr>Version Control System</vt:lpstr>
      <vt:lpstr>Types of Version Control System</vt:lpstr>
      <vt:lpstr>Central VCS</vt:lpstr>
      <vt:lpstr>Distributed</vt:lpstr>
      <vt:lpstr>Git</vt:lpstr>
      <vt:lpstr>Install</vt:lpstr>
      <vt:lpstr>Run Git</vt:lpstr>
      <vt:lpstr>GUI Clients </vt:lpstr>
      <vt:lpstr>GitHub</vt:lpstr>
      <vt:lpstr>First-Time Git Setup</vt:lpstr>
      <vt:lpstr>Set Editor</vt:lpstr>
      <vt:lpstr>help</vt:lpstr>
      <vt:lpstr>Git Commands</vt:lpstr>
      <vt:lpstr>Record changes</vt:lpstr>
      <vt:lpstr>Add, Commit</vt:lpstr>
      <vt:lpstr>Day 2 </vt:lpstr>
      <vt:lpstr>Branch and Merge</vt:lpstr>
      <vt:lpstr>Branches</vt:lpstr>
      <vt:lpstr>Merge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creator>Kumar Govinda Swamy</dc:creator>
  <cp:lastModifiedBy>Pankaj Jha</cp:lastModifiedBy>
  <cp:revision>33</cp:revision>
  <dcterms:created xsi:type="dcterms:W3CDTF">2017-06-23T00:29:36Z</dcterms:created>
  <dcterms:modified xsi:type="dcterms:W3CDTF">2017-10-20T08:17:02Z</dcterms:modified>
</cp:coreProperties>
</file>